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937760"/>
            <a:ext cx="2560320" cy="2560320"/>
          </a:xfrm>
          <a:prstGeom prst="ellipse">
            <a:avLst/>
          </a:prstGeom>
          <a:solidFill>
            <a:srgbClr val="12B5A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554480" cy="155448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035" y="1104595"/>
            <a:ext cx="808330" cy="808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ORAL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Human Jobs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 Automated World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68680" y="5166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story from my job in healthcare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real experience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 I started working at a health company — an IPS.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0861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health IPS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started working in 2025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308610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automate processes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was the reason they hired me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8972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308610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help doctors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5820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technology supports their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changes the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tasks disappear, but people can do something better.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297680" cy="3611880"/>
          </a:xfrm>
          <a:prstGeom prst="roundRect">
            <a:avLst>
              <a:gd name="adj" fmla="val 3038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goes away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tasks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positions are reduced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532120" y="3611880"/>
            <a:ext cx="1097280" cy="109728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7413" y="3897173"/>
            <a:ext cx="526694" cy="5266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0" y="2286000"/>
            <a:ext cx="4297680" cy="3611880"/>
          </a:xfrm>
          <a:prstGeom prst="roundRect">
            <a:avLst>
              <a:gd name="adj" fmla="val 3038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better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223760" y="3246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focus on their specialty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what they studied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care for patients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4206240" cy="5212080"/>
          </a:xfrm>
          <a:prstGeom prst="roundRect">
            <a:avLst>
              <a:gd name="adj" fmla="val 26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74520" y="2194560"/>
            <a:ext cx="1737360" cy="173736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860" y="26289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ROLE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1208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jobs are born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230368" y="219456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company recently hired a person with one main task: to work with the AI.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230368" y="4023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2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years ago, this job did not exist.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prepare for the future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prepare move forward. Those who don't could be left behind.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0861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learning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building new skills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308610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your knowledge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only you can do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228600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F2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89720" y="2743200"/>
            <a:ext cx="1371600" cy="13716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3086100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B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with technology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58200" y="4892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against it — together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2743200" cy="2743200"/>
          </a:xfrm>
          <a:prstGeom prst="ellipse">
            <a:avLst/>
          </a:prstGeom>
          <a:solidFill>
            <a:srgbClr val="12B5A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640080"/>
            <a:ext cx="1280160" cy="1280160"/>
          </a:xfrm>
          <a:prstGeom prst="ellipse">
            <a:avLst/>
          </a:prstGeom>
          <a:solidFill>
            <a:srgbClr val="12B5A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60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REFLECTION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11247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not</a:t>
            </a:r>
            <a:endParaRPr lang="en-US" sz="2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6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“Will robots take our jobs?”</a:t>
            </a:r>
            <a:endParaRPr lang="en-US" sz="2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</a:t>
            </a:r>
            <a:endParaRPr lang="en-US" sz="24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can we work together with technology?”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6B7A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of Human Jobs in an Automated World</dc:title>
  <dc:subject>PptxGenJS Presentation</dc:subject>
  <dc:creator>Student</dc:creator>
  <cp:lastModifiedBy>Student</cp:lastModifiedBy>
  <cp:revision>1</cp:revision>
  <dcterms:created xsi:type="dcterms:W3CDTF">2026-06-02T20:56:47Z</dcterms:created>
  <dcterms:modified xsi:type="dcterms:W3CDTF">2026-06-02T20:56:47Z</dcterms:modified>
</cp:coreProperties>
</file>